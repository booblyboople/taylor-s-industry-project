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77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59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1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689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94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51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9604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26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97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413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26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C4A27-473B-4EB0-A513-E0ED6592796A}" type="datetimeFigureOut">
              <a:rPr lang="en-MY" smtClean="0"/>
              <a:t>29/9/2022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A015CD-E1CD-4B9A-B168-2BFC915D1E96}" type="slidenum">
              <a:rPr lang="en-MY" smtClean="0"/>
              <a:t>‹#›</a:t>
            </a:fld>
            <a:endParaRPr lang="en-MY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7281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9B8A4-7A7B-DEB4-4A64-F59017DBB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NIELSEN’S TEN USABILITY HEURISTICS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39599-5FC4-F88B-C48A-5F89F05D3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84536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C615-240B-393E-C0D9-B170D614F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</a:t>
            </a:r>
            <a:r>
              <a:rPr lang="en-MY" sz="4400" b="1" dirty="0">
                <a:solidFill>
                  <a:srgbClr val="C00000"/>
                </a:solidFill>
              </a:rPr>
              <a:t>Visibility of System Status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6B00-C6B7-B8AC-5918-90D8F960A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system always displays basic functions </a:t>
            </a:r>
          </a:p>
          <a:p>
            <a:r>
              <a:rPr lang="en-US" dirty="0"/>
              <a:t>Use is instant and visible </a:t>
            </a:r>
          </a:p>
          <a:p>
            <a:r>
              <a:rPr lang="en-US" dirty="0"/>
              <a:t>Loads fast</a:t>
            </a:r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A69CC969-EF23-9C92-007A-E962E50CC3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888"/>
          <a:stretch/>
        </p:blipFill>
        <p:spPr>
          <a:xfrm>
            <a:off x="1371600" y="4125119"/>
            <a:ext cx="9592087" cy="31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2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D50CB-8D32-CE7C-2997-CC283C3CA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#2 Match between system and the real world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B286D-3CA3-BA2C-E1F5-82C82D8DB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displays functions description using the systems language</a:t>
            </a:r>
          </a:p>
          <a:p>
            <a:r>
              <a:rPr lang="en-US" dirty="0"/>
              <a:t>Buttons appeal to logic and precise </a:t>
            </a:r>
          </a:p>
          <a:p>
            <a:endParaRPr lang="en-MY" dirty="0"/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FD008B0F-F995-F604-0FF2-2C8AF69773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1" b="69737"/>
          <a:stretch/>
        </p:blipFill>
        <p:spPr>
          <a:xfrm>
            <a:off x="2200275" y="3095624"/>
            <a:ext cx="73152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3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390A1-663B-9907-7D67-1EC8515D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#3 User control and freedom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F3B47-B903-9B80-A2AD-501BD8D18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Errors can be resolved according to the  users needs with an extensive memory</a:t>
            </a:r>
          </a:p>
          <a:p>
            <a:r>
              <a:rPr lang="en-US" dirty="0"/>
              <a:t>Users can edit the document to any style they desire</a:t>
            </a:r>
          </a:p>
          <a:p>
            <a:r>
              <a:rPr lang="en-US" dirty="0"/>
              <a:t>Undo and redo buttons are there</a:t>
            </a:r>
            <a:endParaRPr lang="en-MY" dirty="0"/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C2E6D0C6-02F1-F945-2424-4851B42D41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80" t="9375" r="11980" b="75822"/>
          <a:stretch/>
        </p:blipFill>
        <p:spPr>
          <a:xfrm>
            <a:off x="2952749" y="3733799"/>
            <a:ext cx="6505575" cy="240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421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3E7E-9ACE-C389-E5D3-CCEA5838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#4 Consistency and standards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2AFA7-679B-6631-2840-0AFABE5E6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follows regular word editing conventions </a:t>
            </a:r>
          </a:p>
          <a:p>
            <a:r>
              <a:rPr lang="en-US" dirty="0"/>
              <a:t>Has extra options and functionality for formatting </a:t>
            </a:r>
          </a:p>
          <a:p>
            <a:r>
              <a:rPr lang="en-US" dirty="0"/>
              <a:t>The older versions weren’t too different than the newer ones 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59879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1115-3470-2D04-CA34-04903981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#5 Error prevention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DFD9-2727-06EE-1E99-63DB7A26F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can check for grammatical and spelling error</a:t>
            </a:r>
          </a:p>
          <a:p>
            <a:r>
              <a:rPr lang="en-US" dirty="0"/>
              <a:t>System can correct simple errors without user input</a:t>
            </a:r>
          </a:p>
          <a:p>
            <a:r>
              <a:rPr lang="en-US" dirty="0"/>
              <a:t>System will double check if document has been saved to prevent data loss</a:t>
            </a:r>
            <a:endParaRPr lang="en-MY" dirty="0"/>
          </a:p>
        </p:txBody>
      </p:sp>
      <p:pic>
        <p:nvPicPr>
          <p:cNvPr id="1026" name="Picture 2" descr="To Correct Errors in MS Word - javatpoint">
            <a:extLst>
              <a:ext uri="{FF2B5EF4-FFF2-40B4-BE49-F238E27FC236}">
                <a16:creationId xmlns:a16="http://schemas.microsoft.com/office/drawing/2014/main" id="{784A63A9-73F9-935F-7F09-7F2D28EF6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9487" y="3403316"/>
            <a:ext cx="5153026" cy="3006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4919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F518D-3069-90D4-D3B7-2CCF4F3D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#6 Recognition rather than recall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678E-8F23-D0D8-CE1E-89579E06D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can recognize functionality of simple buttons </a:t>
            </a:r>
          </a:p>
          <a:p>
            <a:r>
              <a:rPr lang="en-US" dirty="0"/>
              <a:t>Users can recall complex functions after few uses</a:t>
            </a:r>
          </a:p>
          <a:p>
            <a:endParaRPr lang="en-US" dirty="0"/>
          </a:p>
          <a:p>
            <a:endParaRPr lang="en-MY" dirty="0"/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7A9F63E2-1E7A-6195-7EB9-F44694019A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9" r="43099" b="75000"/>
          <a:stretch/>
        </p:blipFill>
        <p:spPr>
          <a:xfrm>
            <a:off x="742950" y="3428999"/>
            <a:ext cx="9609002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05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0C435-6863-D2FA-0D77-4F4A6668C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#7 Flexibility and efficiency of use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C4731-3D7B-CE39-FD02-67A490BB1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has the ability to autocomplete words and </a:t>
            </a:r>
            <a:r>
              <a:rPr lang="en-US" dirty="0" err="1"/>
              <a:t>posseses</a:t>
            </a:r>
            <a:r>
              <a:rPr lang="en-US" dirty="0"/>
              <a:t> multiple shortcuts </a:t>
            </a:r>
          </a:p>
          <a:p>
            <a:r>
              <a:rPr lang="en-US" dirty="0"/>
              <a:t>System can convert multiple files types and convert old versions into new</a:t>
            </a:r>
          </a:p>
          <a:p>
            <a:r>
              <a:rPr lang="en-US" dirty="0"/>
              <a:t>User friendly to all ages or all levels of technology mastery </a:t>
            </a:r>
          </a:p>
          <a:p>
            <a:r>
              <a:rPr lang="en-US" dirty="0"/>
              <a:t>Requires basic human instinct to operate </a:t>
            </a:r>
          </a:p>
          <a:p>
            <a:endParaRPr lang="en-MY" dirty="0"/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59477755-72DB-ACD2-0C7C-441B4EA1A7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31" b="90345"/>
          <a:stretch/>
        </p:blipFill>
        <p:spPr>
          <a:xfrm>
            <a:off x="991602" y="4502571"/>
            <a:ext cx="10523228" cy="8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9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A2CDF-7A86-E939-3B4E-F4DDDEFFD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#8 Aesthetic and minimalist design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FB8F-522F-7DFB-8F9F-4E32B6560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of system is clean and creates minimal confusion with only two main </a:t>
            </a:r>
            <a:r>
              <a:rPr lang="en-US" dirty="0" err="1"/>
              <a:t>colours</a:t>
            </a:r>
            <a:endParaRPr lang="en-US" dirty="0"/>
          </a:p>
          <a:p>
            <a:r>
              <a:rPr lang="en-US" dirty="0"/>
              <a:t>Design of system has a recollection of real-world document formats </a:t>
            </a:r>
            <a:endParaRPr lang="en-MY" dirty="0"/>
          </a:p>
        </p:txBody>
      </p:sp>
      <p:pic>
        <p:nvPicPr>
          <p:cNvPr id="5" name="Picture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FFB048FE-C2E7-649B-873B-0BD81DBC0F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31250" r="4036" b="6086"/>
          <a:stretch/>
        </p:blipFill>
        <p:spPr>
          <a:xfrm>
            <a:off x="2671762" y="3429000"/>
            <a:ext cx="68484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8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81BC-A013-F079-6EFB-E52B78191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#9 Help users recognize, diagnose and recover from errors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DC3D0-D04F-ABCD-582C-3383ED97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Errors are displayed visibly</a:t>
            </a:r>
          </a:p>
          <a:p>
            <a:r>
              <a:rPr lang="en-US" dirty="0"/>
              <a:t>Suggestions are displayed after further input with a description to rationalize with the users on the effects of fixing the errors and/or ignoring errors</a:t>
            </a:r>
            <a:endParaRPr lang="en-MY" dirty="0"/>
          </a:p>
        </p:txBody>
      </p:sp>
      <p:pic>
        <p:nvPicPr>
          <p:cNvPr id="2050" name="Picture 2" descr="Word 2010: Checking Spelling and Grammar">
            <a:extLst>
              <a:ext uri="{FF2B5EF4-FFF2-40B4-BE49-F238E27FC236}">
                <a16:creationId xmlns:a16="http://schemas.microsoft.com/office/drawing/2014/main" id="{4F73E154-66DA-4DC5-D682-E9214E9CA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8650" y="3178175"/>
            <a:ext cx="33147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65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BF5A-ABCA-7AAE-000F-0CE12E3AA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Y" sz="4400" b="1" dirty="0">
                <a:solidFill>
                  <a:srgbClr val="C00000"/>
                </a:solidFill>
              </a:rPr>
              <a:t>#10 Help and documentation</a:t>
            </a:r>
            <a:br>
              <a:rPr lang="en-MY" sz="4400" b="1" dirty="0">
                <a:solidFill>
                  <a:srgbClr val="C00000"/>
                </a:solidFill>
              </a:rPr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882F5-679B-3B28-AE6A-B39E69C46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customer services or assistance under clear view </a:t>
            </a:r>
          </a:p>
          <a:p>
            <a:r>
              <a:rPr lang="en-US" dirty="0"/>
              <a:t>Has an extensive documentation on all functions for users who want to expand their knowledge</a:t>
            </a:r>
          </a:p>
          <a:p>
            <a:r>
              <a:rPr lang="en-US" dirty="0"/>
              <a:t>FAQ sections are available to save time on fixing errors</a:t>
            </a:r>
          </a:p>
          <a:p>
            <a:endParaRPr lang="en-MY" dirty="0"/>
          </a:p>
        </p:txBody>
      </p:sp>
      <p:pic>
        <p:nvPicPr>
          <p:cNvPr id="3074" name="Picture 2" descr="How to access the Help option in MS Office - Super User">
            <a:extLst>
              <a:ext uri="{FF2B5EF4-FFF2-40B4-BE49-F238E27FC236}">
                <a16:creationId xmlns:a16="http://schemas.microsoft.com/office/drawing/2014/main" id="{182A3985-3AE2-34FD-B7BE-49AB28B1C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393" y="3745795"/>
            <a:ext cx="5891213" cy="311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93587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5F56F244068A4EBC0CB7305627B387" ma:contentTypeVersion="5" ma:contentTypeDescription="Create a new document." ma:contentTypeScope="" ma:versionID="2e4233560931ef0e2db5249be369723b">
  <xsd:schema xmlns:xsd="http://www.w3.org/2001/XMLSchema" xmlns:xs="http://www.w3.org/2001/XMLSchema" xmlns:p="http://schemas.microsoft.com/office/2006/metadata/properties" xmlns:ns3="ca29c6f1-7e46-4ba1-a3e7-648981e20201" xmlns:ns4="642a7b63-af08-4a0f-a27a-f042966ee01f" targetNamespace="http://schemas.microsoft.com/office/2006/metadata/properties" ma:root="true" ma:fieldsID="44919be8b6f27c25b6b295cc2c44f415" ns3:_="" ns4:_="">
    <xsd:import namespace="ca29c6f1-7e46-4ba1-a3e7-648981e20201"/>
    <xsd:import namespace="642a7b63-af08-4a0f-a27a-f042966ee0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9c6f1-7e46-4ba1-a3e7-648981e202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a7b63-af08-4a0f-a27a-f042966ee0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EB9F40B-0689-44AB-8951-785BE4C2B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29c6f1-7e46-4ba1-a3e7-648981e20201"/>
    <ds:schemaRef ds:uri="642a7b63-af08-4a0f-a27a-f042966ee0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81EC9-A9C6-483F-9726-45E793D0ACA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1D3B4E-CCFB-402D-8CAF-C9D858714A54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642a7b63-af08-4a0f-a27a-f042966ee01f"/>
    <ds:schemaRef ds:uri="ca29c6f1-7e46-4ba1-a3e7-648981e20201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62</TotalTime>
  <Words>330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Word NIELSEN’S TEN USABILITY HEURISTICS</vt:lpstr>
      <vt:lpstr>1. Visibility of System Status </vt:lpstr>
      <vt:lpstr>#2 Match between system and the real world </vt:lpstr>
      <vt:lpstr>#3 User control and freedom </vt:lpstr>
      <vt:lpstr>#4 Consistency and standards </vt:lpstr>
      <vt:lpstr>#5 Error prevention </vt:lpstr>
      <vt:lpstr>#6 Recognition rather than recall </vt:lpstr>
      <vt:lpstr>#7 Flexibility and efficiency of use </vt:lpstr>
      <vt:lpstr>#8 Aesthetic and minimalist design </vt:lpstr>
      <vt:lpstr>#9 Help users recognize, diagnose and recover from errors </vt:lpstr>
      <vt:lpstr>#10 Help and documentation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NIELSEN’S TEN USABILITY HEURISTICS</dc:title>
  <dc:creator>CHEW RUO REN</dc:creator>
  <cp:lastModifiedBy>CHEW RUO REN</cp:lastModifiedBy>
  <cp:revision>1</cp:revision>
  <dcterms:created xsi:type="dcterms:W3CDTF">2022-09-29T05:58:28Z</dcterms:created>
  <dcterms:modified xsi:type="dcterms:W3CDTF">2022-09-29T07:00:39Z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0x010100855F56F244068A4EBC0CB7305627B387</vt:lpwstr>
  </property>
</Properties>
</file>